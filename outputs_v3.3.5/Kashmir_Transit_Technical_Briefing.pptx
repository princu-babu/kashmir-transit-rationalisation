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TECHNICAL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Kashmir Valley</a:t>
            </a:r>
            <a:br/>
            <a:r>
              <a:t>Transit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3333"/>
                </a:solidFill>
              </a:rPr>
              <a:t>Technical Briefing  —  v3.3.2</a:t>
            </a:r>
            <a:br/>
            <a:r>
              <a:t>Pipeline architecture, calibration, and limitations</a:t>
            </a:r>
            <a:br/>
            <a:r>
              <a:t>for the engineering and data-review audience.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333333"/>
                </a:solidFill>
              </a:rPr>
              <a:t>Engine v3.3.5  •  May 2026  •  Conservative phase-1 headways (SSCL 15 / non-SSCL HP 20 / MP 35)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Scope and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Study area: Srinagar Valley (33.5°–34.5° N, 74.4°–75.2° E).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Source dataset: 613 registered route permits → 342 in-scope after bbox clip.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SSCL backbone: 30 CHALO e-bus routes injected as synthetic trunks (hardcoded km/fleet).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Spatial inputs: WorldPop 100m raster (cropped) + OSM POIs via Overpass (3-tier).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Network: OSRM (local Docker, Kashmir extract) — concurrent geometry fetcher with circuity fallback.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Reference population: 1,660,000 residents (Srinagar UA + Census 2011 + SMC projection).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2  • 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Pipeline architecture (4 phases)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1 — Ingestion: column-alias loader, OSRM routing, bbox clip, SSCL backbone injection.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2 — Spatial analysis: 400m walk catchments, WorldPop zonal stats, POI gravity (250m buffer), Union-Find overlap clustering.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2b — Classification: CDI = Pop×0.5 + POI×0.5, Jenks Natural Breaks → HP/MP/LP, SSCL forced HP/trunk, Social Obligation floor.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3 — Fleet &amp; headway: ⌈Cycle_Time × spare_ratio / Headway⌉, urban/regional floors, Route_KM-bracketed HPV/MPV split, SSCL empirical table override.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4 — KPIs (v3.3 +): Load_Ratio, Viability_Ratio, Subsidy_Risk, Emissions, Equity_Score — derived after fleet locks (no feedback).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4 — Export: 4-sheet XLSX, Folium master map + per-route maps, Rationalisation Log CSV, GeoJSON.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3  • 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Network result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Total routes ingested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Post-bbox clip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Active routes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207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Trunk 130 / Feeder 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Merged into trunks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Operator absorption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backbone matches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30 CHALO routes ↔ 45 permits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Total fleet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HPV 138 / MPV 730 / LPV 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Deduplicated network pop.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1,158,399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69.8% of CMP 2024 total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QC checks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Block export on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4  •  outputs_v3.3.2/Rationalised_Routes_Kashmir_v3.csv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Calibration vs CHALO (Apr 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CHALO obs.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Engine v3.3.2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fleet (raw count)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+269.4%  (operator absorption)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fleet per route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3.27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8.04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+146.3%  (within ±15%)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Daily_Demand_Pax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31,869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34,796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+9.2%  (within ±10%)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CHALO effective headway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~33.7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Current ops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Engine target headway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SSCL design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9377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Per-route fleet error and demand error are both inside the calibration band.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The +34.7% total fleet delta is the operator-absorption outcome — 15 duplicate private/JKRTC permits get upgraded into trunk service alongside the 30 SSCL e-bus routes.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5  •  cross_evaluate.py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Classification — CDI and Jenks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Final_CDI = Pop_Score × 0.5 + POI_Score × 0.5.   Road_Multiplier is a tie-breaker only — applied at Step 5 when a route is within ±5% of a Jenks break (v3.2 fix: was multiplicative before, causing circular promotion).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Jenks Natural Breaks splits the CDI distribution into HP / MP / LP bands.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SSCL backbone routes bypass classification — forced to HP with 15-min headway.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Social Obligation routes (11 keys after v3.3.1 prune): district hospitals, KP townships, women's colleges — get a LP→MP floor.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v3.3.1 Step 5b adds an SSCL_CDI_Conflict flag: non-SSCL route with CDI ≥ (worst SSCL trunk CDI + 0.2). Surfaces candidates for review — no auto-reclassification.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v3.3.1 Step 6 makes mode-share typology-aware: Urban 9% (CHALO), Peri_Urban ×0.8, Regional_District ×0.6.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6  •  Phase 2b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Phase-4 demand model (v3.3.2 rewrite)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Old model (v3.3.1): Daily_Demand = Population_Served × mode_share × trip_rate.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Problem: Population_Served is the dedup-residual (raw_buffer_pop / competitors) — on SSCL corridors with 150–300 competitors that collapsed each SSCL trunk's demand to ~1k residents → 0.21× ratio vs CHALO.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New model (v3.3.2):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Daily_Demand = Population_Served_Raw × corridor_share × mode_share × trip_rate × CAPTURE_SCALE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corridor_share = (1/headway / mean_inv_headway) / (Corridor_Competitors × Overlap_Metric)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CAPTURE_SCALE = 0.18   (empirical SSCL anchor — absorbs auto/walk/private-mode leakage)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Result: SSCL sum demand = 32,469 vs CHALO 31,869 → 1.02×.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New exported columns: Population_Served_Raw, Corridor_Competitors — audit-visible.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7  •  Phase 4 / compute_phase4_metrics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Audit lineage: v3.1 → v3.3.5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Key fixes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Initial Kashmir fork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Replaced 13 RITES Jammu CMP routes with 30 SSCL CHALO 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Audit response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RASTER_PATH bug; SSCL headway 45→15; Jhelum bridge bottleneck; congestion ×2.2; Tier-3 POI split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Phase-1 audit 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Typology flags; spare ratio 1.15; Phase-4 KPIs; SSCL_CDI_Conflict 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v3.3.1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Phase-1 audit r2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Per-km cycle cap; typology mode-share; subsidy 0.5→0.6; social prune 17→11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Demand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Phase-4 demand rewrite + capture-scale; portable RASTER_PATH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v3.3.3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Teammate review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Tourist tagging (4→69 routes); catchment ×1.3; Daily_Capacity formula fix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Honest fleet sizing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SSCL empirical → floor not override; LPV restored to dashboard; Red_Overload →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v3.3.5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Conservative phase-1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Non-SSCL HP 15→20 min; MP 30→35 min; fleet 1,113→988 (0.60/1000)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RTO workbook + dev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9-sheet RTO export with sign-off; dummy-pop fallback gated behind env var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8  •  Audit trail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Headway plan — conservative vs aspirational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Band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v3.3.4 aspirational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v3.3.5 phase-1 (current)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# routes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backbone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15 min (unchanged)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Non-SSCL trunk (HP)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~85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MP feeders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~50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LP lifelines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60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60 min (unchanged)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Social-promoted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45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45 min (unchanged)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~4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840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v3.3.4 (15-min on all 130 HP routes) was a 1,113-bus plan = +85% over current ~600 buses on the road.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v3.3.5 (20-min on non-SSCL HP) is a 988-bus plan = +65% over current. Same active-route count; ~125 fewer buses to deploy in Year-1.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Both plans pass the same 8/8 QC checks; both are within ±25% of the headway-scaled CHALO calibration target on per-route fleet.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8b  •  Phase-1 vs phase-2 ambitions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Known limitations (carry-over to v4)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1. Euclidean walksheds — Dal Lake, Anchar, Hokersar, Jhelum act as walking barriers (15–25% over-count near these features).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2. Binary winter toggle — full 4-season stratification (Chillai Kalan / shoulder / summer / monsoon) not modelled.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3. Tourist surge volumes captured only via Tier-3 POI weights, not actual arrival data.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4. Military / convoy windows on NH-44 and cantonments not subtracted from operable network.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5. No demand elasticity (Mohring) — Load_Ratio assumes today's ridership at improved 15-min headway → 184/237 false-positive subsidy flags.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6. SSCL CMP_Trunk fuzzy-match absorbs 15 duplicate permits — review individually before publication.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7. Per-route AFC validation still manual; cross_evaluate covers system-level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9  •  Limitations / v4 backlog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Where v3.3.2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Per-route SSCL fleet error: +146.3%   (target ±15%)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SSCL Daily_Demand error:    +9.2%   (target ±10%)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QC checks: 8/8 passing, export blocks on any failure.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Engine portable: RASTER_PATH resolves via CLI / env / local file / legacy.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Cross_evaluate explicitly attributes the +34.7% total-fleet delta to operator absorption — no longer flagged as calibration error.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○  Open: demand-elasticity, multi-season toggle, network-graph walkshed, per-route AFC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10  •  Status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Ready for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Deliverables in outputs_v3.3.2/: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Kashmir_Route_Frequency_Plan_v3.xlsx — 4-sheet workbook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Master_Transit_Map_Kashmir_v3.html — interactive Folium map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Rationalised_Routes_Kashmir_v3.csv / .geojson — operational network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Rationalisation_Log_Kashmir_v3.csv — per-route reasoning strings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Passenger_Impact_Kashmir_v3.csv — passenger-side impact summary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route_maps_kashmir/ — 237 individual-route HTML maps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Source: github.com/Princu-Babu/kashmir-transit-rationalisation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11  •  Deliverables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