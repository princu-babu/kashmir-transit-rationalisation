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Srinagar Public Transport Rationalisation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Data-Driven Plan for Better Buses</a:t>
            </a:r>
          </a:p>
          <a:p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&amp;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State:</a:t>
            </a:r>
          </a:p>
          <a:p>
            <a:r>
              <a:t>- Over-served corridors vs. Transit Deserts (e.g., South Srinagar)</a:t>
            </a:r>
          </a:p>
          <a:p>
            <a:r>
              <a:t>- Fleet mismatch: Big buses on narrow lanes</a:t>
            </a:r>
          </a:p>
          <a:p>
            <a:r>
              <a:t>Our Solution:</a:t>
            </a:r>
          </a:p>
          <a:p>
            <a:r>
              <a:t>- Analyzed 342 active routes using population data (1.15M residents)</a:t>
            </a:r>
          </a:p>
          <a:p>
            <a:r>
              <a:t>- Designed a reliable network with 15-minute headways for trunk routes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this plan delivers:</a:t>
            </a:r>
          </a:p>
          <a:p>
            <a:r>
              <a:t>- 1,307 Buses required to serve the entire valley efficiently</a:t>
            </a:r>
          </a:p>
          <a:p>
            <a:r>
              <a:t>- 30 SSCL E-Bus routes integrated as the primary backbone</a:t>
            </a:r>
          </a:p>
          <a:p>
            <a:r>
              <a:t>- 105 redundant/competing routes merged to reduce congestion</a:t>
            </a:r>
          </a:p>
          <a:p>
            <a:r>
              <a:t>- Full interactive map and route-by-route schedule generated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Focus on Equity &amp; Social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prioritize citizens:</a:t>
            </a:r>
          </a:p>
          <a:p>
            <a:r>
              <a:t>- 64.5% women riders: Special weighting for women's colleges &amp; hospitals</a:t>
            </a:r>
          </a:p>
          <a:p>
            <a:r>
              <a:t>- Social Obligation Routes: Protected services for hospitals &amp; KP camps</a:t>
            </a:r>
          </a:p>
          <a:p>
            <a:r>
              <a:t>- Winter Readiness: Adjustable schedules for Chillai Kalan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Implementation Phase:</a:t>
            </a:r>
          </a:p>
          <a:p>
            <a:r>
              <a:t>- Review displaced operator permits (105 permits affected)</a:t>
            </a:r>
          </a:p>
          <a:p>
            <a:r>
              <a:t>- Phased rollout of the new frequency plan</a:t>
            </a:r>
          </a:p>
          <a:p>
            <a:r>
              <a:t>- Review full interactive dashboard (Master_Transit_Map_Kashmir_v3.html)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