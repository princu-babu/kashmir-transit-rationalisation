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GOVERNMENT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Srinagar</a:t>
            </a:r>
            <a:br/>
            <a:r>
              <a:t>Bus Network</a:t>
            </a:r>
            <a:br/>
            <a:r>
              <a:t>Rationalisation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Briefing for the Principal Secretary (Transport),</a:t>
            </a:r>
            <a:br/>
            <a:r>
              <a:t>RTO leadership, and IAS reviewers.</a:t>
            </a:r>
            <a:br/>
            <a:br/>
            <a:r>
              <a:t>A data-driven plan to make Srinagar's buses</a:t>
            </a:r>
            <a:br/>
            <a:r>
              <a:t>reliable, equitable, and operator-fair.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v3.3.3  •  May 2026  •  Teammate review: tourist boost + Daily_Capacity fix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Why this plan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Srinagar's public bus network has grown organically over decades.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613 registered route permits — many serve the same corridors, others ignore entire neighbourhoods.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Heavy duplication on Parimpora ↔ Pantha Chowk ↔ Dalgate (15+ buses competing for the same riders).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Transit deserts in South Srinagar industrial belt (Khonmoh, Rangreth) and satellite towns (Ganderbal, Pulwama).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No published headway discipline — buses bunch at peak, vanish off-peak.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Fleet–route mismatch: 12m HPV buses in narrow Downtown lanes; minibuses on 40-km inter-district highways.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64.5% of riders are women (CHALO data, free-fare regime) — current network does not reflect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the engine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Analysed all 342 in-scope permits inside the Srinagar Valley study area.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Overlaid each route with WorldPop population data (1,660,000 residents, 2024) and OpenStreetMap points of interest.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Scored every route on a composite demand index (50% population + 50% points-of-interest).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Detected over-served corridors and merged duplicate permits into a unified trunk service.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Allocated fleet at a 15-minute target headway on trunks (matches the SSCL e-bus operational standard).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Recommended vehicle types per route (9m / 12m / minibus) based on length and corridor type.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a published, defensible, route-by-route service plan with QC-checked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Method, in plain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plan, in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207 routes (Trunk 130  /  Feeder 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Recommended total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883 buses  (HPV 61  /  MPV 676  /  LPV 153)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e-bus backbone (CHALO)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routes upgraded to trunk service, 15-minute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SSCL trunk fleet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132 buses  (vs 98 currently deployed)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Duplicate permits absorbed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 permits merged into trunk corridors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Population served (dedup network)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 residents  (70% of UA 2024 total)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Quality-control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 passing — engine blocks export on any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Plan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Is the plan realistic?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Calibration check (vs CHALO Apr 2026)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2.93 buses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-10.2%  within ±15%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 ridership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32,686 pax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+2.6%  within ±10% 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 of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All passing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plan is anchored against twelve months of real CHALO ridership data — not a textbook model.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sizing and per-route daily ridership both reconcile to the live system within the calibration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Live-data 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Operator impact (carefully accounted)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Operator class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Permits absorbed into trunks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 recommended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Private minibus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Buyback / route reassignment to feeder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LPV / tempo operators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 to last-mile / feeder duty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HPV bus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Roll into JKRTC city bus or SSCL e-bus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JKRTC / city bus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Reassigned to retained MP / LP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Operator-welfare consultation required pre-rollout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Each absorbed permit is logged with its displacement reasoning in Rationalisation_Log_Kashmir_v3.csv.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Engagement with the All J&amp;K Transport Welfare Association is recommended before announcing route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Equity, women, social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Women riders are 64.5% of CHALO ridership — the plan weights women-anchor POIs (women's colleges, maternity hospitals, women's markets) at +25%.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get a LP→MP floor regardless of demand score. After audit pruning, 11 keys qualify: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Kashmiri Pandit townships (Sheikhpora, Vessu, Mattan, Veerwan)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Major hospitals (SKIMS, SMHS, LD, Bone &amp; Joint)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Women's colleges and central university branches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• District-headquarter inter-tehsil routes — additional LP→MP lifeline floor (v3.3 add)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Tourist-corridor and seasonal-operability flags surface routes that should run reduced winter service rather than be dropped.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Equity safeguards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Winter and seasonal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runs two scenarios: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Summer (default) — full 3-tier POI weighting; Gulmarg / Pahalgam / Sonmarg corridors active.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Winter (Chillai Kalan) — Tier-3 tourist POIs zeroed; walkshed shrunk 35% (snow constraint).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winter–summer delta tells planners which routes lose viability under snow conditions, so: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Tourist-corridor routes (Gulmarg/Pahalgam gateways) drop to LP or are deactivated in winter.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– Lifeline routes (KP townships, district hospitals) are protected by Social_Flag and continue.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introduced explicit Tourist_Corridor and Seasonal_Operability columns so each route's winter status is auditable.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Seasonality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1 — Government circulation (Weeks 0–2):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Distribute XLSX + master map; sign-off from Principal Secretary, MD SSCL, and Director JKRTC.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2 — Operator consultation (Weeks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All J&amp;K Transport Welfare Association engagement; finalise buyback / reassignment policy for absorbed permits.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3 — Phased rollout (Months 2–6):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Activate trunk corridors first (SSCL backbone + 50/50 HPV-MPV mid-length trunks); feeders activated wave-by-wave.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4 — Monitoring (continuous):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Re-run cross_evaluate.py monthly against CHALO data; recalibrate CORRIDOR_CAPTURE_SCALE if SSCL ridership shifts &gt;±15%.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Stage 5 — v4 upgrades (next FY):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Network-graph walkshed, demand elasticity, full seasonal stratification, military/convoy operability mask.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Rollout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Risks and how the plan mitigates them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Mitigation in the plan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backlash on absorbed permits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Per-permit displacement log + buyback recommendation; consultation pre-rollout.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Winter service collapse on tourist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Separate winter scenario; Social_Flag protects lifelines.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Over-supply under static demand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Phased rollout — start with trunk corridors only; expand on observed ridership.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Calibration drift over 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Monthly cross_evaluate vs CHALO; one-line CAPTURE_SCALE recalibration.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Map tile / boundary 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Built-in disclaimer (CartoDB / OSM tiles do not represent India's official J&amp;K boundary).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Risk register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 ask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Sign-off on the rationalised network at the Stage 1 review (XLSX + master map).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Authorise the operator-consultation process with All J&amp;K Transport Welfare Association.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Approve a phased rollout starting with the SSCL backbone + trunk corridors.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Confirm a monthly recalibration cycle against CHALO ridership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Sanction v4 scoping for network-graph walksheds and demand-elasticity modelling (next fiscal year).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Asks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This plan is reproducible, auditable, and re-runnable.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Every number on every slide traces back to a CSV row and a CHALO data point.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The engine source, audit log, and outputs are versioned on GitHub: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github.com/Princu-Babu/kashmir-transit-rationalisation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Contact: Kashmir Transit Rationalisation team (Principal Secretary, Transport — J&amp;K).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12  • 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